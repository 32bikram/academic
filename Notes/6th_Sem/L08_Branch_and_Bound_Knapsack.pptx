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0/1 Knapsack using Branch and Bound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 Based Explanation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Items (Profit, Weight):</a:t>
            </a:r>
          </a:p>
          <a:p>
            <a:r>
              <a:t>1: (10,2)</a:t>
            </a:r>
          </a:p>
          <a:p>
            <a:r>
              <a:t>2: (10,4)</a:t>
            </a:r>
          </a:p>
          <a:p>
            <a:r>
              <a:t>3: (12,6)</a:t>
            </a:r>
          </a:p>
          <a:p/>
          <a:p>
            <a:r>
              <a:t>Max Capacity = 9</a:t>
            </a:r>
          </a:p>
          <a:p>
            <a:r>
              <a:t>Goal: Maximize Profit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Sort by Profit/Weight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Item1: 10/2 = 5</a:t>
            </a:r>
          </a:p>
          <a:p>
            <a:r>
              <a:t>Item2: 10/4 = 2.5</a:t>
            </a:r>
          </a:p>
          <a:p>
            <a:r>
              <a:t>Item3: 12/6 = 2</a:t>
            </a:r>
          </a:p>
          <a:p/>
          <a:p>
            <a:r>
              <a:t>Order: Item1 → Item2 → Item3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Tree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node has:</a:t>
            </a:r>
          </a:p>
          <a:p>
            <a:r>
              <a:t>Level, Profit, Weight, Bound</a:t>
            </a:r>
          </a:p>
          <a:p>
            <a:r>
              <a:t>Branch into:</a:t>
            </a:r>
          </a:p>
          <a:p>
            <a:r>
              <a:t>Include / Exclude</a:t>
            </a:r>
          </a:p>
          <a:p/>
          <a:p>
            <a:r>
              <a:t>We expand node with highest bound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Profit = 0, Weight = 0</a:t>
            </a:r>
          </a:p>
          <a:p>
            <a:r>
              <a:t>Bound using fractional knapsack:</a:t>
            </a:r>
          </a:p>
          <a:p>
            <a:r>
              <a:t>Item1 + Item2 + fraction of Item3</a:t>
            </a:r>
          </a:p>
          <a:p>
            <a:r>
              <a:t>Bound ≈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Level 1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Include Item1:</a:t>
            </a:r>
          </a:p>
          <a:p>
            <a:r>
              <a:t>Profit=10, Weight=2, Bound≈26</a:t>
            </a:r>
          </a:p>
          <a:p/>
          <a:p>
            <a:r>
              <a:t>Exclude Item1:</a:t>
            </a:r>
          </a:p>
          <a:p>
            <a:r>
              <a:t>Profit=0, Weight=0, Bound≈20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Level 2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Include Item1:</a:t>
            </a:r>
          </a:p>
          <a:p>
            <a:r>
              <a:t>Include Item2 → Profit=20, Weight=6, Bound≈26</a:t>
            </a:r>
          </a:p>
          <a:p>
            <a:r>
              <a:t>Exclude Item2 → Profit=10, Weight=2, Bound≈22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Level 3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Include Item3 (from Item1+Item2):</a:t>
            </a:r>
          </a:p>
          <a:p>
            <a:r>
              <a:t>Weight=12 &gt; 9 → Not allowed</a:t>
            </a:r>
          </a:p>
          <a:p/>
          <a:p>
            <a:r>
              <a:t>Exclude Item3 → Profit=20</a:t>
            </a:r>
          </a:p>
          <a:p/>
          <a:p>
            <a:r>
              <a:t>Best alternative: Item1 + Item3 =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Profit = 22</a:t>
            </a:r>
          </a:p>
          <a:p>
            <a:r>
              <a:t>Items Selected = Item1 + Item3</a:t>
            </a:r>
          </a:p>
          <a:p>
            <a:r>
              <a:t>Weights: 2 + 6 = 8 ≤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upper bound to prune nodes</a:t>
            </a:r>
          </a:p>
          <a:p>
            <a:r>
              <a:t>• Explore highest bound first</a:t>
            </a:r>
          </a:p>
          <a:p>
            <a:r>
              <a:t>• Sorting improves efficiency</a:t>
            </a:r>
          </a:p>
          <a:p>
            <a:r>
              <a:t>• Optimal solution found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